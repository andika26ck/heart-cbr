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1047749"/>
            <a:ext cx="8572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PENALARAN KOMPUTER · SUBCPMK-4</a:t>
            </a:r>
          </a:p>
        </p:txBody>
      </p:sp>
      <p:sp>
        <p:nvSpPr>
          <p:cNvPr id="3" name="Cover accent"/>
          <p:cNvSpPr/>
          <p:nvPr/>
        </p:nvSpPr>
        <p:spPr>
          <a:xfrm>
            <a:off x="685800" y="3143250"/>
            <a:ext cx="533400" cy="47625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390900"/>
            <a:ext cx="9906000" cy="1600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4950"/>
              </a:lnSpc>
              <a:spcBef>
                <a:spcPts val="0"/>
              </a:spcBef>
              <a:spcAft>
                <a:spcPts val="0"/>
              </a:spcAft>
            </a:pPr>
            <a:r>
              <a:rPr sz="4950" b="1" i="0" u="none">
                <a:solidFill>
                  <a:srgbClr val="2C2C2B"/>
                </a:solidFill>
                <a:latin typeface="Arial"/>
              </a:rPr>
              <a:t>Case-Based Reasoning untuk Diagnosis Penyakit Jantung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24450"/>
            <a:ext cx="7810499" cy="7429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u="none">
                <a:solidFill>
                  <a:srgbClr val="7D7A75"/>
                </a:solidFill>
                <a:latin typeface="Arial"/>
              </a:rPr>
              <a:t>Similaritas HEOM Berbobot · Andika Candra K. · Informatika UMM · 2025/2026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77200" y="6305550"/>
            <a:ext cx="34290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r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7D7A75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Media frame"/>
          <p:cNvSpPr/>
          <p:nvPr/>
        </p:nvSpPr>
        <p:spPr>
          <a:xfrm>
            <a:off x="685800" y="1143000"/>
            <a:ext cx="4457700" cy="3771900"/>
          </a:xfrm>
          <a:prstGeom prst="roundRect">
            <a:avLst>
              <a:gd name="adj" fmla="val 3030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ory image" descr="Siklus CBR lima tah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5160"/>
            <a:ext cx="4457700" cy="3327578"/>
          </a:xfrm>
          <a:prstGeom prst="roundRect">
            <a:avLst>
              <a:gd name="adj" fmla="val 3434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685800" y="5048250"/>
            <a:ext cx="445770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7D7A75"/>
                </a:solidFill>
                <a:latin typeface="Arial"/>
              </a:rPr>
              <a:t>Siklus Case-Based Reasoning lima tahap.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91250" y="144780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91250" y="1619250"/>
            <a:ext cx="4476750" cy="1181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5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Metodologi: Siklus CBR Lima Tahap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1250" y="3009900"/>
            <a:ext cx="4476750" cy="20002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Kasus baru diselesaikan dengan mengingat kasus terdahulu lewat siklus Retrieve, Reuse, Revise, dan Retain. Retrieve memakai similaritas HEOM berbobot yang menangani atribut numerik dan nominal sekaligus; Reuse memungut suara berbobot similaritas untuk menetapkan diagnosis.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276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 u="none">
                <a:solidFill>
                  <a:srgbClr val="2C2C2B"/>
                </a:solidFill>
                <a:latin typeface="Arial"/>
              </a:rPr>
              <a:t>Implementasi &amp;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Lingkungan &amp; Pipeline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Python murni tanpa pustaka ML siap pakai; HEOM, pembobotan, dan metrik ditulis dari nol. Pipeline dua langkah: generate_dataset.py menyiapkan data, lalu run_experiment.py melatih, menyetel k, menjalankan ablasi, serta menyimpan metrik dan grafik. Seed tetap menjamin reprodusibilitas.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Model CBR Berbobot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9125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Basis 303 kasus skema UCI Cleveland dengan 13 atribut. Bobot fitur proporsional terhadap kuadrat korelasi ke target; ca, oldpeak, dan cp memperoleh bobot tertinggi. Jumlah tetangga optimal k=15 dipilih melalui validasi silang 5-fold.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Media frame"/>
          <p:cNvSpPr/>
          <p:nvPr/>
        </p:nvSpPr>
        <p:spPr>
          <a:xfrm>
            <a:off x="685800" y="1143000"/>
            <a:ext cx="4457700" cy="3771900"/>
          </a:xfrm>
          <a:prstGeom prst="roundRect">
            <a:avLst>
              <a:gd name="adj" fmla="val 3030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ory image" descr="Grafik metrik evaluasi CB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39"/>
            <a:ext cx="4457700" cy="2674620"/>
          </a:xfrm>
          <a:prstGeom prst="roundRect">
            <a:avLst>
              <a:gd name="adj" fmla="val 4273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685800" y="5048250"/>
            <a:ext cx="445770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7D7A75"/>
                </a:solidFill>
                <a:latin typeface="Arial"/>
              </a:rPr>
              <a:t>Perbandingan metrik CV dan hold-out.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91250" y="144780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91250" y="1619250"/>
            <a:ext cx="4476750" cy="1181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5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Hasil &amp; Evaluasi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1250" y="3009900"/>
            <a:ext cx="4476750" cy="20002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Pada validasi silang 5-fold model mencapai akurasi 75.3%, presisi 77.3%, recall 69.2%, dan F1-score 72.8%; pengujian hold-out 20% menghasilkan akurasi 73.3%. Studi ablasi menunjukkan pembobotan fitur menaikkan akurasi dari 72.9% menjadi 79.0%. Konsistensi CV dan hold-out menandakan model stabil.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Kesimpulan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15265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305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13360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025" b="1" i="0" u="none">
                <a:solidFill>
                  <a:srgbClr val="2C2C2B"/>
                </a:solidFill>
                <a:latin typeface="Arial"/>
              </a:rPr>
              <a:t>CBR HEOM berbobot mendiagnosis penyakit jantung akurat dan transparan.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667000"/>
            <a:ext cx="108204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685800" y="297180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305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95275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u="none">
                <a:solidFill>
                  <a:srgbClr val="2C2C2B"/>
                </a:solidFill>
                <a:latin typeface="Arial"/>
              </a:rPr>
              <a:t>Pembobotan fitur menaikkan akurasi dari 72.9% ke 79.0%.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486150"/>
            <a:ext cx="108204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85800" y="3790949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305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783DE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77190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u="none">
                <a:solidFill>
                  <a:srgbClr val="2C2C2B"/>
                </a:solidFill>
                <a:latin typeface="Arial"/>
              </a:rPr>
              <a:t>Keputusan dijelaskan lewat kasus mirip, cocok untuk klinis.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305300"/>
            <a:ext cx="108204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85800" y="461010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305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783DE"/>
                </a:solidFill>
                <a:latin typeface="Arial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59105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u="none">
                <a:solidFill>
                  <a:srgbClr val="2C2C2B"/>
                </a:solidFill>
                <a:latin typeface="Arial"/>
              </a:rPr>
              <a:t>Pengembangan lanjut: data klinis nyata dan seleksi kasus retain.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Notion Artifact Export</Application>
  <PresentationFormat>On-screen Show (16:9)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  <DocSecurity>0</DocSecurit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Presentasi CBR Heart Disease</dc:title>
  <dc:subject/>
  <dc:creator>Notion AI</dc:creator>
  <cp:keywords/>
  <dc:description>generated using python-pptx</dc:description>
  <cp:lastModifiedBy>Notion AI</cp:lastModifiedBy>
  <cp:revision>1</cp:revision>
  <dcterms:created xsi:type="dcterms:W3CDTF">2026-07-03T16:43:18Z</dcterms:created>
  <dcterms:modified xsi:type="dcterms:W3CDTF">2026-07-03T16:43:18Z</dcterms:modified>
  <cp:category/>
</cp:coreProperties>
</file>